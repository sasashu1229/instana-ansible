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6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61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EAB37E-DBB2-234A-93F9-899D77793B75}" type="datetimeFigureOut">
              <a:rPr kumimoji="1" lang="ja-JP" altLang="en-US" smtClean="0"/>
              <a:t>2026/2/2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94FDD2-9D81-0341-A3C3-ABC20688A6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086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Inventory は対象VMをグループ化し、共通変数（ユーザー、鍵など）をまとめます。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copy/template/service などのモジュールを用いて冪等（同じ結果に収束）を意識します。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Ansible 実行手順 概要説明資料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― </a:t>
            </a:r>
            <a:r>
              <a:rPr dirty="0" err="1"/>
              <a:t>複数サーバに対する自動化運用</a:t>
            </a:r>
            <a:r>
              <a:rPr dirty="0"/>
              <a:t> 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目的・対象範囲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複数のVM/サーバに対し、同一の自動化処理を安全かつ再現性高く実行する方法を整理する</a:t>
            </a:r>
          </a:p>
          <a:p>
            <a:pPr>
              <a:defRPr sz="2000"/>
            </a:pPr>
            <a:r>
              <a:t>対象：Ansible Playbook の実行（Inventory作成／Playbook作成／実行コマンド／運用オプション）</a:t>
            </a:r>
          </a:p>
          <a:p>
            <a:pPr>
              <a:defRPr sz="2000"/>
            </a:pPr>
            <a:r>
              <a:t>本資料は基本操作に焦点を当て、設計（Role設計・CI連携等）は別途資料とする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前提条件（実行環境）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Ansible </a:t>
            </a:r>
            <a:r>
              <a:rPr dirty="0" err="1"/>
              <a:t>がインストールされた実行端末（管理端末／踏み台／CI実行環境</a:t>
            </a:r>
            <a:r>
              <a:rPr dirty="0"/>
              <a:t>）</a:t>
            </a:r>
          </a:p>
          <a:p>
            <a:pPr>
              <a:defRPr sz="2000"/>
            </a:pPr>
            <a:r>
              <a:rPr dirty="0" err="1"/>
              <a:t>対象ホストへ</a:t>
            </a:r>
            <a:r>
              <a:rPr dirty="0"/>
              <a:t> SSH </a:t>
            </a:r>
            <a:r>
              <a:rPr dirty="0" err="1"/>
              <a:t>接続可能（鍵・ユーザ</a:t>
            </a:r>
            <a:r>
              <a:rPr dirty="0"/>
              <a:t>ー・</a:t>
            </a:r>
            <a:r>
              <a:rPr dirty="0" err="1"/>
              <a:t>ネットワーク疎通</a:t>
            </a:r>
            <a:r>
              <a:rPr dirty="0"/>
              <a:t>）</a:t>
            </a:r>
          </a:p>
          <a:p>
            <a:pPr>
              <a:defRPr sz="2000"/>
            </a:pPr>
            <a:r>
              <a:rPr dirty="0" err="1"/>
              <a:t>必要に応じて権限昇格（sudo）可能（become</a:t>
            </a:r>
            <a:r>
              <a:rPr dirty="0"/>
              <a:t>）</a:t>
            </a:r>
          </a:p>
          <a:p>
            <a:pPr>
              <a:defRPr sz="2000"/>
            </a:pPr>
            <a:r>
              <a:rPr dirty="0" err="1"/>
              <a:t>対象OSは</a:t>
            </a:r>
            <a:r>
              <a:rPr dirty="0"/>
              <a:t> </a:t>
            </a:r>
            <a:r>
              <a:rPr lang="en-US" dirty="0" err="1"/>
              <a:t>AIX</a:t>
            </a:r>
            <a:r>
              <a:rPr dirty="0" err="1"/>
              <a:t>を想定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全体フロー（標準）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① Inventory（対象ホスト一覧）を用意</a:t>
            </a:r>
          </a:p>
          <a:p>
            <a:pPr>
              <a:defRPr sz="2000"/>
            </a:pPr>
            <a:r>
              <a:t>② Playbook（実行内容）を用意</a:t>
            </a:r>
          </a:p>
          <a:p>
            <a:pPr>
              <a:defRPr sz="2000"/>
            </a:pPr>
            <a:r>
              <a:t>③ 接続確認（疎通・鍵）</a:t>
            </a:r>
          </a:p>
          <a:p>
            <a:pPr>
              <a:defRPr sz="2000"/>
            </a:pPr>
            <a:r>
              <a:t>④ ansible-playbook で実行</a:t>
            </a:r>
          </a:p>
          <a:p>
            <a:pPr>
              <a:defRPr sz="2000"/>
            </a:pPr>
            <a:r>
              <a:t>⑤ 失敗時は原因確認→必要に応じ再実行（--limit / -vvv）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Inventory（例：inventory.ini）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[</a:t>
            </a:r>
            <a:r>
              <a:rPr lang="en-US" dirty="0"/>
              <a:t>managed-server</a:t>
            </a:r>
            <a:r>
              <a:rPr dirty="0"/>
              <a:t>]</a:t>
            </a:r>
            <a:endParaRPr lang="en-US" dirty="0"/>
          </a:p>
          <a:p>
            <a:pPr marL="0" indent="0">
              <a:buNone/>
              <a:defRPr sz="2000"/>
            </a:pPr>
            <a:r>
              <a:rPr lang="en" dirty="0"/>
              <a:t> techcomm-linux-31.ise.local</a:t>
            </a:r>
          </a:p>
          <a:p>
            <a:pPr marL="0" indent="0">
              <a:buNone/>
              <a:defRPr sz="2000"/>
            </a:pPr>
            <a:r>
              <a:rPr lang="en" dirty="0"/>
              <a:t> techcomm-linux-32.ise.local</a:t>
            </a:r>
          </a:p>
          <a:p>
            <a:pPr marL="0" indent="0">
              <a:buNone/>
              <a:defRPr sz="2000"/>
            </a:pPr>
            <a:r>
              <a:rPr lang="en" dirty="0"/>
              <a:t> techcomm-linux-33.ise.local</a:t>
            </a:r>
            <a:endParaRPr lang="en-US" dirty="0"/>
          </a:p>
          <a:p>
            <a:pPr lvl="1">
              <a:defRPr sz="1800"/>
            </a:pPr>
            <a:endParaRPr dirty="0"/>
          </a:p>
          <a:p>
            <a:pPr>
              <a:defRPr sz="2000"/>
            </a:pPr>
            <a:r>
              <a:rPr lang="en" dirty="0"/>
              <a:t>[</a:t>
            </a:r>
            <a:r>
              <a:rPr lang="en" dirty="0" err="1"/>
              <a:t>managed-server:vars</a:t>
            </a:r>
            <a:r>
              <a:rPr lang="en" dirty="0"/>
              <a:t>]</a:t>
            </a:r>
          </a:p>
          <a:p>
            <a:pPr marL="0" indent="0">
              <a:buNone/>
              <a:defRPr sz="2000"/>
            </a:pPr>
            <a:r>
              <a:rPr lang="en" dirty="0"/>
              <a:t> </a:t>
            </a:r>
            <a:r>
              <a:rPr lang="en" dirty="0" err="1"/>
              <a:t>ansible_user</a:t>
            </a:r>
            <a:r>
              <a:rPr lang="en" dirty="0"/>
              <a:t>=root</a:t>
            </a:r>
          </a:p>
          <a:p>
            <a:pPr marL="0" indent="0">
              <a:buNone/>
              <a:defRPr sz="2000"/>
            </a:pPr>
            <a:r>
              <a:rPr lang="en" dirty="0"/>
              <a:t> </a:t>
            </a:r>
            <a:r>
              <a:rPr lang="en" dirty="0" err="1"/>
              <a:t>ansible_ssh_private_key_file</a:t>
            </a:r>
            <a:r>
              <a:rPr lang="en" dirty="0"/>
              <a:t>=~/.ssh-key-</a:t>
            </a:r>
            <a:r>
              <a:rPr lang="en" dirty="0" err="1"/>
              <a:t>rsa</a:t>
            </a:r>
            <a:endParaRPr lang="en" dirty="0"/>
          </a:p>
          <a:p>
            <a:pPr marL="0" indent="0">
              <a:buNone/>
              <a:defRPr sz="2000"/>
            </a:pPr>
            <a:endParaRPr lang="en" dirty="0"/>
          </a:p>
          <a:p>
            <a:pPr marL="0" indent="0">
              <a:buNone/>
              <a:defRPr sz="2000"/>
            </a:pPr>
            <a:r>
              <a:rPr lang="en" dirty="0">
                <a:solidFill>
                  <a:srgbClr val="FF0000"/>
                </a:solidFill>
              </a:rPr>
              <a:t>・Ansible実行フォルダに、filesディレクトリを作成して、そちらに必要なInstanaエージェントやコンフィグイメージを置く</a:t>
            </a:r>
            <a:endParaRPr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Playbook（例</a:t>
            </a:r>
            <a:r>
              <a:rPr dirty="0"/>
              <a:t>：</a:t>
            </a:r>
            <a:r>
              <a:rPr lang="en" dirty="0" err="1"/>
              <a:t>instana_agent_install_kokubu.yaml</a:t>
            </a:r>
            <a:r>
              <a:rPr dirty="0"/>
              <a:t>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- name: </a:t>
            </a:r>
            <a:r>
              <a:rPr lang="en" dirty="0"/>
              <a:t>Install </a:t>
            </a:r>
            <a:r>
              <a:rPr lang="en" dirty="0" err="1"/>
              <a:t>instana</a:t>
            </a:r>
            <a:r>
              <a:rPr lang="en" dirty="0"/>
              <a:t> agent</a:t>
            </a:r>
            <a:endParaRPr dirty="0"/>
          </a:p>
          <a:p>
            <a:pPr lvl="1">
              <a:defRPr sz="1800"/>
            </a:pPr>
            <a:r>
              <a:rPr dirty="0"/>
              <a:t>hosts: </a:t>
            </a:r>
            <a:r>
              <a:rPr lang="en" dirty="0"/>
              <a:t>managed-server</a:t>
            </a:r>
            <a:endParaRPr dirty="0"/>
          </a:p>
          <a:p>
            <a:pPr>
              <a:defRPr sz="2000"/>
            </a:pPr>
            <a:r>
              <a:rPr dirty="0"/>
              <a:t>tasks:</a:t>
            </a:r>
          </a:p>
          <a:p>
            <a:pPr marL="457200" lvl="1" indent="0">
              <a:buNone/>
              <a:defRPr sz="1800"/>
            </a:pPr>
            <a:r>
              <a:rPr lang="en-US" altLang="ja-JP" dirty="0"/>
              <a:t>### </a:t>
            </a:r>
            <a:r>
              <a:rPr lang="ja-JP" altLang="en-US"/>
              <a:t>＜前提確認</a:t>
            </a:r>
            <a:r>
              <a:rPr lang="en-US" altLang="ja-JP" dirty="0"/>
              <a:t>①</a:t>
            </a:r>
            <a:r>
              <a:rPr lang="ja-JP" altLang="en-US"/>
              <a:t>＞</a:t>
            </a:r>
            <a:r>
              <a:rPr lang="en" dirty="0" err="1"/>
              <a:t>instana</a:t>
            </a:r>
            <a:r>
              <a:rPr lang="en" dirty="0"/>
              <a:t> agent</a:t>
            </a:r>
            <a:r>
              <a:rPr lang="ja-JP" altLang="en-US"/>
              <a:t>がそもそもインストールされているかどうかの確認タスク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実行コマンド（基本）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/>
            </a:pPr>
            <a:r>
              <a:rPr lang="en-US" dirty="0" err="1"/>
              <a:t>基本rootユーザ</a:t>
            </a:r>
            <a:endParaRPr lang="en-US" dirty="0"/>
          </a:p>
          <a:p>
            <a:pPr>
              <a:defRPr sz="2000"/>
            </a:pPr>
            <a:r>
              <a:rPr b="1" dirty="0">
                <a:solidFill>
                  <a:srgbClr val="FF0000"/>
                </a:solidFill>
              </a:rPr>
              <a:t>ansible-playbook -</a:t>
            </a:r>
            <a:r>
              <a:rPr b="1" dirty="0" err="1">
                <a:solidFill>
                  <a:srgbClr val="FF0000"/>
                </a:solidFill>
              </a:rPr>
              <a:t>i</a:t>
            </a:r>
            <a:r>
              <a:rPr b="1" dirty="0">
                <a:solidFill>
                  <a:srgbClr val="FF0000"/>
                </a:solidFill>
              </a:rPr>
              <a:t> </a:t>
            </a:r>
            <a:r>
              <a:rPr b="1" dirty="0" err="1">
                <a:solidFill>
                  <a:srgbClr val="FF0000"/>
                </a:solidFill>
              </a:rPr>
              <a:t>inventory.ini</a:t>
            </a:r>
            <a:r>
              <a:rPr b="1" dirty="0">
                <a:solidFill>
                  <a:srgbClr val="FF0000"/>
                </a:solidFill>
              </a:rPr>
              <a:t> </a:t>
            </a:r>
            <a:r>
              <a:rPr lang="en" b="1" dirty="0" err="1">
                <a:solidFill>
                  <a:srgbClr val="FF0000"/>
                </a:solidFill>
              </a:rPr>
              <a:t>instana_agent_install_kokubu.yaml</a:t>
            </a:r>
            <a:endParaRPr lang="en" b="1" dirty="0">
              <a:solidFill>
                <a:srgbClr val="FF0000"/>
              </a:solidFill>
            </a:endParaRPr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 err="1"/>
              <a:t>権限昇格：ansible-playbook</a:t>
            </a:r>
            <a:r>
              <a:rPr dirty="0"/>
              <a:t> -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inventory.ini</a:t>
            </a:r>
            <a:r>
              <a:rPr dirty="0"/>
              <a:t> </a:t>
            </a:r>
            <a:r>
              <a:rPr lang="en-US" altLang="ja-JP" sz="2000" dirty="0" err="1"/>
              <a:t>instana_agent_install_kokubu.yaml</a:t>
            </a:r>
            <a:r>
              <a:rPr lang="en-US" altLang="ja-JP" sz="2000" dirty="0"/>
              <a:t> </a:t>
            </a:r>
            <a:r>
              <a:rPr dirty="0"/>
              <a:t>-b</a:t>
            </a:r>
          </a:p>
          <a:p>
            <a:pPr>
              <a:defRPr sz="2000"/>
            </a:pPr>
            <a:r>
              <a:rPr dirty="0" err="1"/>
              <a:t>ユーザー指定：ansible-playbook</a:t>
            </a:r>
            <a:r>
              <a:rPr dirty="0"/>
              <a:t> -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inventory.ini</a:t>
            </a:r>
            <a:r>
              <a:rPr dirty="0"/>
              <a:t> </a:t>
            </a:r>
            <a:r>
              <a:rPr lang="en-US" altLang="ja-JP" sz="2000" dirty="0" err="1"/>
              <a:t>instana_agent_install_kokubu.yaml</a:t>
            </a:r>
            <a:r>
              <a:rPr lang="en-US" altLang="ja-JP" sz="2000" dirty="0"/>
              <a:t> </a:t>
            </a:r>
            <a:r>
              <a:rPr dirty="0"/>
              <a:t>-u &lt;user&gt; -b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よく使うオプション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対象限定：--limit vm01 / --limit web</a:t>
            </a:r>
          </a:p>
          <a:p>
            <a:pPr>
              <a:defRPr sz="2000"/>
            </a:pPr>
            <a:r>
              <a:t>Dry Run：--check（※command/shell は完全再現不可の場合あり）</a:t>
            </a:r>
          </a:p>
          <a:p>
            <a:pPr>
              <a:defRPr sz="2000"/>
            </a:pPr>
            <a:r>
              <a:t>差分表示：--diff（copy/template向け）</a:t>
            </a:r>
          </a:p>
          <a:p>
            <a:pPr>
              <a:defRPr sz="2000"/>
            </a:pPr>
            <a:r>
              <a:t>詳細ログ：-vvv（障害解析）</a:t>
            </a:r>
          </a:p>
          <a:p>
            <a:pPr>
              <a:defRPr sz="2000"/>
            </a:pPr>
            <a:r>
              <a:t>段階実行：serial: 10（ローリング適用）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単発コマンド実行（Ad-hoc）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ansible web -i inventory.ini -m command -a "hostname"</a:t>
            </a:r>
          </a:p>
          <a:p>
            <a:pPr>
              <a:defRPr sz="2000"/>
            </a:pPr>
            <a:r>
              <a:t>モジュールを指定して必要最小限の操作を実施（緊急対応や疎通確認に有効）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トラブルシューティング（代表例）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UNREACHABLE：SSH疎通・鍵・Firewall・DNS を確認</a:t>
            </a:r>
          </a:p>
          <a:p>
            <a:pPr>
              <a:defRPr sz="2000"/>
            </a:pPr>
            <a:r>
              <a:t>Permission denied：-b（become）や sudo 権限、対象ユーザーを確認</a:t>
            </a:r>
          </a:p>
          <a:p>
            <a:pPr>
              <a:defRPr sz="2000"/>
            </a:pPr>
            <a:r>
              <a:t>changed が毎回：command/shell の多用を見直し（copy/template 等へ）</a:t>
            </a:r>
          </a:p>
          <a:p>
            <a:pPr>
              <a:defRPr sz="2000"/>
            </a:pPr>
            <a:r>
              <a:t>失敗ホストのみ再実行：--limit &lt;host&gt; /（環境により）.retry を活用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</TotalTime>
  <Words>464</Words>
  <Application>Microsoft Macintosh PowerPoint</Application>
  <PresentationFormat>画面に合わせる (4:3)</PresentationFormat>
  <Paragraphs>55</Paragraphs>
  <Slides>10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Arial</vt:lpstr>
      <vt:lpstr>Calibri</vt:lpstr>
      <vt:lpstr>Office Theme</vt:lpstr>
      <vt:lpstr>Ansible 実行手順 概要説明資料</vt:lpstr>
      <vt:lpstr>目的・対象範囲</vt:lpstr>
      <vt:lpstr>前提条件（実行環境）</vt:lpstr>
      <vt:lpstr>全体フロー（標準）</vt:lpstr>
      <vt:lpstr>Inventory（例：inventory.ini）</vt:lpstr>
      <vt:lpstr>Playbook（例：instana_agent_install_kokubu.yaml）</vt:lpstr>
      <vt:lpstr>実行コマンド（基本）</vt:lpstr>
      <vt:lpstr>よく使うオプション</vt:lpstr>
      <vt:lpstr>単発コマンド実行（Ad-hoc）</vt:lpstr>
      <vt:lpstr>トラブルシューティング（代表例）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修一 笹原</cp:lastModifiedBy>
  <cp:revision>6</cp:revision>
  <dcterms:created xsi:type="dcterms:W3CDTF">2013-01-27T09:14:16Z</dcterms:created>
  <dcterms:modified xsi:type="dcterms:W3CDTF">2026-02-02T09:39:09Z</dcterms:modified>
  <cp:category/>
</cp:coreProperties>
</file>